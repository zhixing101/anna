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8229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8229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82296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复利的魔法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蒋老师的编程课 · 给小朋友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过去 · 现在 · 未来 · 持续改进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雪球越滚越大,本领也是!</a:t>
            </a:r>
            <a:endParaRPr lang="en-US" sz="1800" dirty="0"/>
          </a:p>
        </p:txBody>
      </p:sp>
      <p:pic>
        <p:nvPicPr>
          <p:cNvPr id="11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1906 年 11 月 3 日 · 星期六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1Q061103 · 120 年前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柏林签订《国际无线电报公约》,把 SOS 定为国际求救信号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(1908 年 7 月 1 日起生效,从此全世界通用)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前后:清廷宣布官制改革(11 月 6 日前后);美国总统罗斯福出访巴拿马,成为第一位在任时出国的美国总统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那一年是中国清朝光绪三十二年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886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B82F6"/>
                </a:solidFill>
              </a:rPr>
              <a:t>想一想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那时没有手机和 AI,这 120 年世界变了多少?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认识复利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2-10 复利:小雪球越滚越大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复利 = “利滚利”:赚来的小雪球,也会去赚更多雪球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只有本金生钱叫单利;连利息也生钱,叫复利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100 元,每年多 10%,10 年后:单利 200 元,复利约 259 元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English: compound interest ・ 日本語:複利(ふくり)</a:t>
            </a:r>
            <a:endParaRPr lang="en-US" sz="1700" dirty="0"/>
          </a:p>
        </p:txBody>
      </p:sp>
      <p:pic>
        <p:nvPicPr>
          <p:cNvPr id="8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编程和 AI 里的复利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小积木拼成大积木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搭积木:搭好的小积木,能拼成更大的积木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写好的小程序可以反复用,越用越省力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别人分享的代码 + 我的新点子 = 更大的作品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AI 学得越多,就能帮越多人,又学得更多</a:t>
            </a:r>
            <a:endParaRPr lang="en-US" sz="1700" dirty="0"/>
          </a:p>
        </p:txBody>
      </p:sp>
      <p:pic>
        <p:nvPicPr>
          <p:cNvPr id="8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百种百物 HKHT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四种分类,三种语言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32004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编号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中文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日本語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English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HKHT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百种百物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百種百物(ひゃくしゅひゃくぶつ)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100 Kinds, 100 Things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01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诗歌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詩(し)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Poems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02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人体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身体(からだ)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The Body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金句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名言(めいげん)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Golden Sentences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B82F6"/>
                </a:solidFill>
              </a:rPr>
              <a:t>分类的逻辑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先分大类(编号)→ 每类里有一百个小物 → 每天记几个,日积月累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第 7 首 · 静夜思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李白(唐)</a:t>
            </a:r>
            <a:endParaRPr lang="en-US" sz="1400" dirty="0"/>
          </a:p>
        </p:txBody>
      </p:sp>
      <p:pic>
        <p:nvPicPr>
          <p:cNvPr id="7" name="Image 0" descr="手绘月夜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"/>
            <a:ext cx="9144000" cy="41833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0" y="1097280"/>
            <a:ext cx="4572000" cy="3886200"/>
          </a:xfrm>
          <a:prstGeom prst="roundRect">
            <a:avLst>
              <a:gd name="adj" fmla="val 3529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1188720"/>
            <a:ext cx="4206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E3A8A"/>
                </a:solidFill>
              </a:rPr>
              <a:t>床前明月光,疑是地上霜。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1E3A8A"/>
                </a:solidFill>
              </a:rPr>
              <a:t>举头望明月,低头思故乡。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B7280"/>
                </a:solidFill>
              </a:rPr>
              <a:t>chuáng qián míng yuè guāng, yí shì dì shàng shuāng. jǔ tóu wàng míng yuè, dī tóu sī gù xiāng.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ベッドの前に 月の光。地面におりた 霜かと思った。顔を上げて 明るい月を見て、うつむいて ふるさとを思う。</a:t>
            </a:r>
            <a:endParaRPr lang="en-US" sz="2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Moonlight shines before my bed — is it frost upon the ground? I lift my head to gaze at the moon, lower it, and think of home.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每天一点点,变成跨语言的人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量变,会变成质变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</a:rPr>
              <a:t>一天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3 个新词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1 种表达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</a:rPr>
              <a:t>一年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8745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约 1000 个词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365 种表达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</a:rPr>
              <a:t>五年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745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约 5400 个词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1800 种表达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4747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B82F6"/>
                </a:solidFill>
              </a:rPr>
              <a:t>飞跃:能读诗、能聊天、能交朋友!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加油 ・ がんばれ ・ Keep going!(按每天都记住来算,记得越牢,雪球越大)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过去 · 身体和心里的复利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为什么越练越顺?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大脑:反复练习,小路走多了变成大马路(脑里的连接变强)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身体:手指练熟了,不用想也会动;睡好觉能帮忙记牢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心情:做成一点点 → 开心 → 更想做,开心也会滚雪球</a:t>
            </a:r>
            <a:endParaRPr lang="en-US" sz="1700" dirty="0"/>
          </a:p>
        </p:txBody>
      </p:sp>
      <p:pic>
        <p:nvPicPr>
          <p:cNvPr id="8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8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现在 · 2026 年 10 月 31 日 · 星期六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Z0261031 · 明天(以下为预计)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明天是万圣节(Halloween);11 月 1 日美国夏令时结束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11 月 3 日:美国中期选举,选出全部 435 名众议员和三分之一的参议员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11 月 9—20 日:联合国气候大会 COP31 在土耳其安塔利亚举行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886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2C55E"/>
                </a:solidFill>
              </a:rPr>
              <a:t>想一想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你今天的每个小决定,都在写“明天的历史”。你想做什么?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9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现在 · 复利公式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2-11 方法和工具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公式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钱 = 本金 × (1+利率)^年数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^ 表示“乘很多次”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100 元 × 1.1 × 1.1 … 乘 10 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72 法则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745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72 ÷ 利率 ≈ 翻倍要几年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利率 8%:约 9 年翻一倍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在脑子里就能算!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每天 1%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8745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每天进步 1%:一年约 37.8 倍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每天退步 1%:一年只剩约 0.03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小小的每天,差别好大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现在 · GitHub 和 Claude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我们的两位好帮手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GitHub:云端书包 + 时光机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存下作品的每一个版本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改坏了,能回到以前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朋友可以来看、来帮忙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Claude:会聊天的编程小助手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说出你的想法,它帮你写代码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不懂就问,边做边学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490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6A34A"/>
                </a:solidFill>
              </a:rPr>
              <a:t>合起来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想法 → Claude 帮你做 → GitHub 存好 → 朋友来试用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现在 · 分享时间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说说你最近喜欢的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965960" cy="1920240"/>
          </a:xfrm>
          <a:prstGeom prst="roundRect">
            <a:avLst>
              <a:gd name="adj" fmla="val 9524"/>
            </a:avLst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书</a:t>
            </a:r>
            <a:endParaRPr lang="en-US" sz="3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最近在看什么?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965960" cy="1920240"/>
          </a:xfrm>
          <a:prstGeom prst="roundRect">
            <a:avLst>
              <a:gd name="adj" fmla="val 9524"/>
            </a:avLst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325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电影</a:t>
            </a:r>
            <a:endParaRPr lang="en-US" sz="3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哪一部最难忘?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965960" cy="1920240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25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音乐</a:t>
            </a:r>
            <a:endParaRPr lang="en-US" sz="3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哪首歌最爱听?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1920240"/>
          </a:xfrm>
          <a:prstGeom prst="roundRect">
            <a:avLst>
              <a:gd name="adj" fmla="val 9524"/>
            </a:avLst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325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人</a:t>
            </a:r>
            <a:endParaRPr lang="en-US" sz="3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你最佩服谁?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661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6A34A"/>
                </a:solidFill>
              </a:rPr>
              <a:t>再想一想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它哪里让你越来越喜欢?喜欢,也会像雪球一样越滚越大!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 · 2086 年 11 月 2 日 · 星期六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Z0861102 · 60 年后(以下为预测)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联合国预测:世界人口在 2080 年代中期最多,约 103 亿人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65 岁以上的人会比 18 岁以下的孩子还多(预计 2070 年代末)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人会更长寿:预计 2054 年全球平均寿命约 77.4 岁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2061 年哈雷彗星回归,假如你今年 8 岁,那时你四十多岁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886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59E0B"/>
                </a:solidFill>
              </a:rPr>
              <a:t>想一想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预测不是注定的!你们现在做的事,会让它变得不一样。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 · 用复利做作品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2-12 作品:每天加一点点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每天只加一点点:一个按钮、一句话、一种颜色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每次都存好(GitHub),随时能回头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不会就问 Claude,让它陪你一起做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30 天后,点点滴滴就变成了大作品</a:t>
            </a:r>
            <a:endParaRPr lang="en-US" sz="1700" dirty="0"/>
          </a:p>
        </p:txBody>
      </p:sp>
      <p:pic>
        <p:nvPicPr>
          <p:cNvPr id="8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3383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 · 60 年后的我们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自信地想象,马上就行动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我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假如今年 8 岁 → 68 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你想成为什么样的人?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爸爸妈妈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假如今年 40 岁 → 100 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你想为他们做什么?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世界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约 103 亿人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AI 和你一起,做出什么?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D97706"/>
                </a:solidFill>
              </a:rPr>
              <a:t>即刻行动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今天就记 3 个新词、学 1 句新话、写 1 行代码 —— 每一天都会滚成大雪球!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 · 回顾“时空漫游”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用 Claude 做出来的作品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它能做什么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拖时间轴:从恐龙到火星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3D 地球、月球、火星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电影模式自动播放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课程、测验、需求反馈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还能加什么?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74520"/>
            <a:ext cx="3840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真实的地球贴图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古大陆的位置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更多历史事件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英文界面、多人上课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你的新点子:______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 · 编程·语言·音乐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原来它们很像!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每天一点点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敲几行代码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说一句外语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弹一小段曲子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先模仿再创造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照着学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改一改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变成自己的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</a:rPr>
              <a:t>听反馈再改进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朋友怎么说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哪里更好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再来一遍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118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D97706"/>
                </a:solidFill>
              </a:rPr>
              <a:t>一样的秘密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每天练一点,慢慢变厉害 —— 就是复利!</a:t>
            </a:r>
            <a:endParaRPr lang="en-US" sz="1900" dirty="0"/>
          </a:p>
        </p:txBody>
      </p:sp>
      <p:pic>
        <p:nvPicPr>
          <p:cNvPr id="18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3566160"/>
            <a:ext cx="18745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</a:rPr>
              <a:t>17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1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持续改进 · 根据反馈,不断完善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听朋友的,一圈一圈变更好</a:t>
            </a:r>
            <a:endParaRPr lang="en-US" sz="1400" dirty="0"/>
          </a:p>
        </p:txBody>
      </p:sp>
      <p:pic>
        <p:nvPicPr>
          <p:cNvPr id="7" name="Image 0" descr="手绘动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3291840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931920" y="12801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试用:请朋友来玩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倾听:收集大家的想法(点“需求反馈”)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修改:每次只改一点点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再试:再转一圈!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65760" y="379476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84048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C4899"/>
                </a:solidFill>
              </a:rPr>
              <a:t>每天进步 1%,一年后约是原来的 37.8 倍!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</a:rPr>
              <a:t>日本語:改善(かいぜん)・継続的改善 ― 小改进也会复利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复利的魔法 · 蒋老师的编程课</dc:title>
  <dc:subject>PptxGenJS Presentation</dc:subject>
  <dc:creator>PptxGenJS</dc:creator>
  <cp:lastModifiedBy>PptxGenJS</cp:lastModifiedBy>
  <cp:revision>1</cp:revision>
  <dcterms:created xsi:type="dcterms:W3CDTF">2026-10-30T11:43:24Z</dcterms:created>
  <dcterms:modified xsi:type="dcterms:W3CDTF">2026-10-30T11:43:24Z</dcterms:modified>
</cp:coreProperties>
</file>